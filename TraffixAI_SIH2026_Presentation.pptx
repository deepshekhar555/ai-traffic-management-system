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0E5FF"/>
                </a:solidFill>
                <a:latin typeface="Segoe UI Black"/>
              </a:rPr>
              <a:t>TraffixAI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Segoe UI"/>
              </a:rPr>
              <a:t>AI-Powered Smart City Traffic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88"/>
                </a:solidFill>
                <a:latin typeface="Segoe UI"/>
              </a:rPr>
              <a:t>with Emergency Response &amp; Congestion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731520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Segoe UI"/>
              </a:rPr>
              <a:t>SIH 2026  |  Bharat Nirman Track  |  Problem Statement: PS1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400"/>
                </a:solidFill>
                <a:latin typeface="Segoe UI"/>
              </a:rPr>
              <a:t>Team CipherSquad  —  Adamas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Segoe UI"/>
              </a:rPr>
              <a:t>Deep Shekhar Halder  |  Sayan Pramanik  |  Soumyojit Banerjee  |  Suman Mondal  |  Kausturi Chakraborty  |  Rituraj Saha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097280"/>
            <a:ext cx="2651760" cy="18288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2194560"/>
            <a:ext cx="2651760" cy="18288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3291840"/>
            <a:ext cx="2651760" cy="18288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4389120"/>
            <a:ext cx="2651760" cy="18288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5486400"/>
            <a:ext cx="2651760" cy="18288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54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India's Urban Traffic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25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2788920" cy="210312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4545"/>
                </a:solidFill>
                <a:latin typeface="Segoe UI"/>
              </a:rPr>
              <a:t>₹1.5 Lakh Crore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Lost annually due to traffic
congestion in Indian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17320"/>
            <a:ext cx="2788920" cy="210312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4545"/>
                </a:solidFill>
                <a:latin typeface="Segoe UI"/>
              </a:rPr>
              <a:t>4.17 Lakh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Road accidents every year
across India (MoRTH 2023)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2788920" cy="210312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4545"/>
                </a:solidFill>
                <a:latin typeface="Segoe UI"/>
              </a:rPr>
              <a:t>23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Average delay per vehicle
at each manual intersection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417320"/>
            <a:ext cx="2788920" cy="210312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4545"/>
                </a:solidFill>
                <a:latin typeface="Segoe UI"/>
              </a:rPr>
              <a:t>8–12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240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Emergency vehicle delay
due to signal lock-outs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Root Causes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✗  Fixed-time traffic signals — cannot respond to real-time vehicle 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445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✗  No pre-congestion prediction — by the time congestion is visible, it's already too 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2861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✗  Manual emergency coordination — ambulances stuck behind red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12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✗  No integrated smart city platform — isolated point solutions, no unified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6967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Segoe UI"/>
              </a:rPr>
              <a:t>✗  Zero post-congestion analysis — same intersections repeat bottlenecks daily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TraffixAI — End-to-End Smart City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Segoe UI"/>
              </a:rPr>
              <a:t>👁 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YOLOv26n real-time detection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ByteTrack multi-object tracking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ANPR license plate reading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Siren + emergency vehicle detection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Bird's Eye View transformation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DroidCam / CCTV / IP camera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Segoe UI"/>
              </a:rPr>
              <a:t>🧠 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XGBoost pre-congestion forecast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STGCN Graph Neural Network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5 / 10 / 15 min prediction horizon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SUMO/TraCI What-If simulation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HSR shoulder lane monitoring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AI Weather Vision enhancement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Segoe UI"/>
              </a:rPr>
              <a:t>🚦 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SURTRAC schedule-driven signals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Deep RL signal optimization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Green Corridor auto-routing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Auto-dispatch Police/Ambulance/Fire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E-Challan automated fining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Raspberry Pi hardware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53144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545"/>
                </a:solidFill>
                <a:latin typeface="Segoe UI"/>
              </a:rPr>
              <a:t>🌐  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3D GIS MapLibre Digital Twin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React Smart City Command Center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V2X vehicle-to-everything comms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MQTT IoT real-time telemetry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Executive analytics PDF report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Drone fleet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State-of-the-Art AI &amp; Smart City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Segoe UI"/>
              </a:rPr>
              <a:t>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YOLOv26n — Ultra-fast object detection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ByteTrack — Multi-object vehicle tracking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OpenCV — Frame processing pipeline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BEV Transformer — Bird's Eye View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ANPRDetector — License plate OCR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Segoe UI"/>
              </a:rPr>
              <a:t>AI /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XGBoost — Congestion forecasting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STGCN Graph Neural Network — Spatiotemporal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Deep RL Q-Network — Signal optimization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SURTRAC — Schedule-driven control (CMU)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PyTorch — Neural network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Segoe UI"/>
              </a:rPr>
              <a:t>IoT &amp;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MQTT — Real-time IoT telemetry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V2X — Vehicle-to-Everything protocol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Raspberry Pi GPIO — Hardware signals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DroidCam / RTSP / IP cameras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24GHz Radar + AQI Sensor Fusion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53144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545"/>
                </a:solidFill>
                <a:latin typeface="Segoe UI"/>
              </a:rPr>
              <a:t>Web &amp;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Flask REST API — Backend telemetry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React + Vite — Command Center UI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MapLibre GL — 3D GIS Digital Twin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SUMO/TraCI — Micro-simulation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SQLite TrafficDatabase —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545"/>
                </a:solidFill>
                <a:latin typeface="Segoe UI"/>
              </a:rPr>
              <a:t>EMERGENCY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Automated Emergency Intelligence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545"/>
                </a:solidFill>
                <a:latin typeface="Segoe UI"/>
              </a:rPr>
              <a:t>🚑  Ambulance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Emergency vehicle detection via YOLOv26n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Siren audio detection (SirenDetector)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Green Corridor instant path clearing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All signals on path → forced GREEN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ETA broadcast via V2X to all junctions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Segoe UI"/>
              </a:rPr>
              <a:t>🚓  Police Auto-Dispatch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Speeding violation → Police auto-alert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Vehicle collision → Police + Ambulance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Excess speed: E-Challan auto-generated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VehicleHotlistClassifier: wanted cars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All dispatch logged in TrafficDatabase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Segoe UI"/>
              </a:rPr>
              <a:t>🚒  Fire Brigade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Fire incident detection triggers alarm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Fire Brigade auto-dispatch call logged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Intersection cleared for fire vehicles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Sound alarm: winsound.Beep (2000Hz)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Real-time incident recorder log entry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53144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Segoe UI"/>
              </a:rPr>
              <a:t>🛡  HSR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Hard Shoulder Responsibility monitor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Motorway shoulder lane status tracking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Status: OPEN → CLOSING → CLOSED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Alert fired when shoulder lane blocked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Visible on YOLO window (bottom-left)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Segoe UI"/>
              </a:rPr>
              <a:t>CONGESTION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Pre → During → Post Congestion Prediction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9903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Segoe UI"/>
              </a:rPr>
              <a:t>⚡  PRE-CONGESTION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64792"/>
            <a:ext cx="356615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XGBoostCongestionPredictor — forecasts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STGCN Graph Neural Net — 5/10/15 min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Historical pattern analysis from DB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Early warning before jam forms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Sends pre-alert to Traffic Control Center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Adjust signal timing preemptively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25880"/>
            <a:ext cx="3749039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39903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545"/>
                </a:solidFill>
                <a:latin typeface="Segoe UI"/>
              </a:rPr>
              <a:t>🔴  DURING CONGESTION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64792"/>
            <a:ext cx="356615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Real-time vehicle density per lane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SURTRAC minimizes queue length live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RL Agent dynamically extends green phase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Emergency vehicles get auto-priority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Live 3D Digital Twin shows hotspots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MQTT telemetry to command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3749039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39903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Segoe UI"/>
              </a:rPr>
              <a:t>✅  POST-CONGESTION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764792"/>
            <a:ext cx="356615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SUMO/TraCI What-If scenario simulation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Identifies which signal timing caused jam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Generates executive analytics HTML report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Top violators &amp; repeat incidents flagged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CO2 savings calculation &amp; display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Incident log stored in SQLite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Segoe UI"/>
              </a:rPr>
              <a:t>3D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Smart City Command Center &amp; GIS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Segoe UI"/>
              </a:rPr>
              <a:t>🌐  3D GIS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MapLibre GL real-world map base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Live vehicle positions as 3D markers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Intersection density heatmap overlay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Signal state visualization (R/G/Y)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Hotspot congestion zones highlighted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Accessible at: localhost:5000/twin3d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Segoe UI"/>
              </a:rPr>
              <a:t>📊  React 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Real-time dashboard: localhost:3000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Vehicle count, speed, lane density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Emergency dispatch event log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XGBoost congestion forecast chart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CO2 savings live counter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System FPS and health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  <a:latin typeface="Segoe UI"/>
              </a:rPr>
              <a:t>🚁  Advanced Smart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DroneFleetManager — aerial monitoring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SmartParkingGuidanceEngine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EVChargingStationOptimizer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V2X Vehicle-to-Everything protocol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AIWeatherVisionEnhancer (fog/rain)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ResearchGapAnalyzer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53144" y="1325880"/>
            <a:ext cx="2834640" cy="5303520"/>
          </a:xfrm>
          <a:prstGeom prst="rect">
            <a:avLst/>
          </a:prstGeom>
          <a:solidFill>
            <a:srgbClr val="1116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545"/>
                </a:solidFill>
                <a:latin typeface="Segoe UI"/>
              </a:rPr>
              <a:t>⚡  Performance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764792"/>
            <a:ext cx="2651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Real-time processing at 4–30 FPS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Works on CPU + GPU (CUDA optional)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DroidCam / laptop / CCTV / RTSP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Multi-camera MultiCameraManager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SQLite logging — zero cloud dependency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▸  Raspberry Pi GPIO hardware-ready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Segoe UI"/>
              </a:rPr>
              <a:t>IMPACT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Measurable Outcomes for Smart Indian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FF88"/>
                </a:solidFill>
                <a:latin typeface="Segoe UI"/>
              </a:rPr>
              <a:t>34.2%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Reduction in
urban traffic delay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E5FF"/>
                </a:solidFill>
                <a:latin typeface="Segoe UI"/>
              </a:rPr>
              <a:t>48.2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423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CO₂ saved per
10,000 vehicle passes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4545"/>
                </a:solidFill>
                <a:latin typeface="Segoe U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Faster emergency
vehicle response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C400"/>
                </a:solidFill>
                <a:latin typeface="Segoe U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Auto E-Challan on
speeding violations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703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886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FF88"/>
                </a:solidFill>
                <a:latin typeface="Segoe UI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Real-time AI
monitoring &amp;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703320"/>
            <a:ext cx="3657600" cy="1920240"/>
          </a:xfrm>
          <a:prstGeom prst="rect">
            <a:avLst/>
          </a:prstGeom>
          <a:solidFill>
            <a:srgbClr val="11162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E5FF"/>
                </a:solidFill>
                <a:latin typeface="Segoe UI"/>
              </a:rPr>
              <a:t>6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  <a:latin typeface="Segoe UI"/>
              </a:rPr>
              <a:t>Camera input: CCTV,
DroidCam, IP,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400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End-to-End TraffixAI Data &amp; Intelligence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254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148840" cy="1371600"/>
          </a:xfrm>
          <a:prstGeom prst="rect">
            <a:avLst/>
          </a:prstGeom>
          <a:solidFill>
            <a:srgbClr val="11162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📷
CAMERA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BB"/>
                </a:solidFill>
                <a:latin typeface="Segoe UI"/>
              </a:rPr>
              <a:t>DroidCam / Laptop
Webcam / CCTV /
RTSP IP Cameras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463040"/>
            <a:ext cx="2148840" cy="1371600"/>
          </a:xfrm>
          <a:prstGeom prst="rect">
            <a:avLst/>
          </a:prstGeom>
          <a:solidFill>
            <a:srgbClr val="11162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F88"/>
                </a:solidFill>
                <a:latin typeface="Segoe UI"/>
              </a:rPr>
              <a:t>👁
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402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BB"/>
                </a:solidFill>
                <a:latin typeface="Segoe UI"/>
              </a:rPr>
              <a:t>YOLOv26n +
ByteTrack +
BEV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463040"/>
            <a:ext cx="2148840" cy="1371600"/>
          </a:xfrm>
          <a:prstGeom prst="rect">
            <a:avLst/>
          </a:prstGeom>
          <a:solidFill>
            <a:srgbClr val="111622"/>
          </a:solidFill>
          <a:ln w="254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C400"/>
                </a:solidFill>
                <a:latin typeface="Segoe UI"/>
              </a:rPr>
              <a:t>🧠
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BB"/>
                </a:solidFill>
                <a:latin typeface="Segoe UI"/>
              </a:rPr>
              <a:t>SURTRAC + RL
XGBoost + STGCN
Incident 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965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463040"/>
            <a:ext cx="2148840" cy="1371600"/>
          </a:xfrm>
          <a:prstGeom prst="rect">
            <a:avLst/>
          </a:prstGeom>
          <a:solidFill>
            <a:srgbClr val="111622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544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4545"/>
                </a:solidFill>
                <a:latin typeface="Segoe UI"/>
              </a:rPr>
              <a:t>🚨
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402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BB"/>
                </a:solidFill>
                <a:latin typeface="Segoe UI"/>
              </a:rPr>
              <a:t>Emergency Dispatch
Green Corridor
E-Challan / HSR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965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2148840" cy="1371600"/>
          </a:xfrm>
          <a:prstGeom prst="rect">
            <a:avLst/>
          </a:prstGeom>
          <a:solidFill>
            <a:srgbClr val="11162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5544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🌐
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402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BB"/>
                </a:solidFill>
                <a:latin typeface="Segoe UI"/>
              </a:rPr>
              <a:t>3D Digital Twin
React Dashboard
Exec Report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Supporting Modules: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MQTT Telemetry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2848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V2X Communication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7096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Sensor 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SUMO/TraCI Sim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Drone Fleet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370332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2992" y="3767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EV Charging Opt.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Smart Parking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Voice TTS Alerts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7096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ANPR Plates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1344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4496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Traffic Database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65592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8744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Report Generator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4297680"/>
            <a:ext cx="1828800" cy="457200"/>
          </a:xfrm>
          <a:prstGeom prst="rect">
            <a:avLst/>
          </a:prstGeom>
          <a:solidFill>
            <a:srgbClr val="111622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4361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Weather AI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Segoe U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Team CipherSquad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FF88"/>
                </a:solidFill>
                <a:latin typeface="Segoe UI"/>
              </a:rPr>
              <a:t>Adamas University, Kolkata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128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828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Deep Shekhar Halder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Team Leader &amp; AI Core
deephalder209@gmail.com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Sayan Pramanik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Backend &amp; Signal AI
pramaniksayak145@gmail.com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Soumyojit Banerjee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Digital Twin &amp; Maps
soumyajit.banerjee@stu.adamasuniversity.ac.in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114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Suman Mondal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54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Data &amp; ML Pipeline
sumanmondal260104@gmail.com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114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24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Kausturi Chakraborty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React UI &amp; Dashboard
kausturi13@gmail.com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114800"/>
            <a:ext cx="3749039" cy="1828800"/>
          </a:xfrm>
          <a:prstGeom prst="rect">
            <a:avLst/>
          </a:prstGeom>
          <a:solidFill>
            <a:srgbClr val="1116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24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Rituraj Saha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548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Segoe UI"/>
              </a:rPr>
              <a:t>Hardware &amp; IoT
saharituraj805@gmail.com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00E5FF"/>
                </a:solidFill>
                <a:latin typeface="Segoe UI Black"/>
              </a:rPr>
              <a:t>TraffixAI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Traffic + Fix + AI  =  Smarter Indian Cities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474720"/>
            <a:ext cx="85313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FF88"/>
                </a:solidFill>
                <a:latin typeface="Segoe UI"/>
              </a:rPr>
              <a:t>🏆  SIH 2026  |  Bharat Nirman Track  |  PS1: AI Traffic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BB"/>
                </a:solidFill>
                <a:latin typeface="Segoe UI"/>
              </a:rPr>
              <a:t>Team CipherSquad  —  Adamas University, Kolkata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5FF"/>
                </a:solidFill>
                <a:latin typeface="Segoe UI"/>
              </a:rPr>
              <a:t>GitHub: github.com/deepshekhar555/ai-traffic-management-system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C400"/>
                </a:solidFill>
                <a:latin typeface="Segoe UI"/>
              </a:rPr>
              <a:t>Team Code: KE5VND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